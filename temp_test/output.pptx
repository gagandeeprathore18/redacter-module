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 Orientation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Roll number of student:  </a:t>
            </a:r>
          </a:p>
          <a:p>
            <a:r>
              <a:t>Enquiries:   or  </a:t>
            </a:r>
          </a:p>
          <a:p>
            <a:r>
              <a:t> </a:t>
            </a:r>
          </a:p>
          <a:p>
            <a:r>
              <a:t>Name/Signed:  </a:t>
            </a:r>
          </a:p>
          <a:p>
            <a:r>
              <a:t>Module leader:  </a:t>
            </a:r>
          </a:p>
          <a:p>
            <a:r>
              <a:t>Module lead's name:  </a:t>
            </a:r>
          </a:p>
          <a:p>
            <a:r>
              <a:t>Module Lead:  </a:t>
            </a:r>
          </a:p>
          <a:p>
            <a:r>
              <a:t> </a:t>
            </a:r>
          </a:p>
          <a:p>
            <a:r>
              <a:t> </a:t>
            </a:r>
          </a:p>
        </p:txBody>
      </p:sp>
      <p:pic>
        <p:nvPicPr>
          <p:cNvPr id="4" name="Picture 3" descr="university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