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Oxford Orientation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Roll number of student: ROLL12345</a:t>
            </a:r>
          </a:p>
          <a:p>
            <a:r>
              <a:t>Enquiries: admin@ox.ac.uk or +44-1865-270000</a:t>
            </a:r>
          </a:p>
          <a:p>
            <a:r>
              <a:t>Submitted on Oct 12, 2025 at 10:00 AM</a:t>
            </a:r>
          </a:p>
          <a:p>
            <a:r>
              <a:t>Name/Signed: Nargisa Simansone</a:t>
            </a:r>
          </a:p>
          <a:p>
            <a:r>
              <a:t>Module leader: Adeeba Ahmad</a:t>
            </a:r>
          </a:p>
          <a:p>
            <a:r>
              <a:t>Module lead's name: John Connor</a:t>
            </a:r>
          </a:p>
          <a:p>
            <a:r>
              <a:t>Module Lead: Sarah Connor</a:t>
            </a:r>
          </a:p>
          <a:p>
            <a:r>
              <a:t>Submission location: Turnitin VLE online portal</a:t>
            </a:r>
          </a:p>
          <a:p>
            <a:r>
              <a:t>Submit to: Blackboard submission folder</a:t>
            </a:r>
          </a:p>
        </p:txBody>
      </p:sp>
      <p:pic>
        <p:nvPicPr>
          <p:cNvPr id="4" name="Picture 3" descr="university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